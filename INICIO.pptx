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D25C1F6D-1C0C-48BF-8E44-18D9528D632B}">
          <p14:sldIdLst>
            <p14:sldId id="256"/>
            <p14:sldId id="257"/>
          </p14:sldIdLst>
        </p14:section>
        <p14:section name="Sección sin título" id="{6F5C828C-FB92-4B85-8FA3-BDAF1F5B35AC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3" d="100"/>
          <a:sy n="93" d="100"/>
        </p:scale>
        <p:origin x="25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5D505-B09A-4DA6-A238-B2033AA2BF7B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8C3BC-6127-4C64-884A-AFAAF9C550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112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5D505-B09A-4DA6-A238-B2033AA2BF7B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8C3BC-6127-4C64-884A-AFAAF9C550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22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5D505-B09A-4DA6-A238-B2033AA2BF7B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8C3BC-6127-4C64-884A-AFAAF9C550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626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5D505-B09A-4DA6-A238-B2033AA2BF7B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8C3BC-6127-4C64-884A-AFAAF9C550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858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5D505-B09A-4DA6-A238-B2033AA2BF7B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8C3BC-6127-4C64-884A-AFAAF9C550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756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5D505-B09A-4DA6-A238-B2033AA2BF7B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8C3BC-6127-4C64-884A-AFAAF9C550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190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5D505-B09A-4DA6-A238-B2033AA2BF7B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8C3BC-6127-4C64-884A-AFAAF9C550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313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5D505-B09A-4DA6-A238-B2033AA2BF7B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8C3BC-6127-4C64-884A-AFAAF9C550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844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5D505-B09A-4DA6-A238-B2033AA2BF7B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8C3BC-6127-4C64-884A-AFAAF9C550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63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5D505-B09A-4DA6-A238-B2033AA2BF7B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8C3BC-6127-4C64-884A-AFAAF9C550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447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5D505-B09A-4DA6-A238-B2033AA2BF7B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8C3BC-6127-4C64-884A-AFAAF9C550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550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A5D505-B09A-4DA6-A238-B2033AA2BF7B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48C3BC-6127-4C64-884A-AFAAF9C550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237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7183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42269" y="1731588"/>
            <a:ext cx="5639438" cy="144976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003587" y="1923691"/>
            <a:ext cx="4678499" cy="1041931"/>
          </a:xfrm>
        </p:spPr>
        <p:txBody>
          <a:bodyPr>
            <a:normAutofit/>
          </a:bodyPr>
          <a:lstStyle/>
          <a:p>
            <a:r>
              <a:rPr lang="es-ES" dirty="0" smtClean="0">
                <a:solidFill>
                  <a:schemeClr val="bg1"/>
                </a:solidFill>
                <a:latin typeface="Algerian" panose="04020705040A02060702" pitchFamily="82" charset="0"/>
              </a:rPr>
              <a:t>Contactos</a:t>
            </a:r>
            <a:endParaRPr lang="en-US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756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7183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42270" y="1828799"/>
            <a:ext cx="4514850" cy="1352550"/>
          </a:xfrm>
          <a:prstGeom prst="rect">
            <a:avLst/>
          </a:prstGeom>
        </p:spPr>
      </p:pic>
      <p:sp>
        <p:nvSpPr>
          <p:cNvPr id="6" name="Título 1"/>
          <p:cNvSpPr txBox="1">
            <a:spLocks/>
          </p:cNvSpPr>
          <p:nvPr/>
        </p:nvSpPr>
        <p:spPr>
          <a:xfrm>
            <a:off x="4003588" y="1993556"/>
            <a:ext cx="3566985" cy="972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>
                <a:solidFill>
                  <a:schemeClr val="bg1"/>
                </a:solidFill>
                <a:latin typeface="Algerian" panose="04020705040A02060702" pitchFamily="82" charset="0"/>
              </a:rPr>
              <a:t> </a:t>
            </a:r>
            <a:r>
              <a:rPr lang="es-ES" dirty="0" smtClean="0">
                <a:solidFill>
                  <a:schemeClr val="bg1"/>
                </a:solidFill>
                <a:latin typeface="Algerian" panose="04020705040A02060702" pitchFamily="82" charset="0"/>
              </a:rPr>
              <a:t>CONTACTOS</a:t>
            </a:r>
            <a:endParaRPr lang="en-US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089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7183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18702" y="1825625"/>
            <a:ext cx="4514850" cy="1352550"/>
          </a:xfrm>
          <a:prstGeom prst="rect">
            <a:avLst/>
          </a:prstGeom>
        </p:spPr>
      </p:pic>
      <p:sp>
        <p:nvSpPr>
          <p:cNvPr id="6" name="Título 1"/>
          <p:cNvSpPr txBox="1">
            <a:spLocks/>
          </p:cNvSpPr>
          <p:nvPr/>
        </p:nvSpPr>
        <p:spPr>
          <a:xfrm>
            <a:off x="3880020" y="1990382"/>
            <a:ext cx="3566985" cy="972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 smtClean="0">
                <a:solidFill>
                  <a:schemeClr val="bg1"/>
                </a:solidFill>
                <a:latin typeface="Algerian" panose="04020705040A02060702" pitchFamily="82" charset="0"/>
              </a:rPr>
              <a:t>TUTORALES 2</a:t>
            </a:r>
            <a:endParaRPr lang="en-US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1359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7183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42270" y="1828799"/>
            <a:ext cx="4514850" cy="1352550"/>
          </a:xfrm>
          <a:prstGeom prst="rect">
            <a:avLst/>
          </a:prstGeom>
        </p:spPr>
      </p:pic>
      <p:sp>
        <p:nvSpPr>
          <p:cNvPr id="6" name="Título 1"/>
          <p:cNvSpPr txBox="1">
            <a:spLocks/>
          </p:cNvSpPr>
          <p:nvPr/>
        </p:nvSpPr>
        <p:spPr>
          <a:xfrm>
            <a:off x="4003588" y="1993556"/>
            <a:ext cx="3566985" cy="972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dirty="0" smtClean="0">
                <a:solidFill>
                  <a:schemeClr val="bg1"/>
                </a:solidFill>
                <a:latin typeface="Algerian" panose="04020705040A02060702" pitchFamily="82" charset="0"/>
              </a:rPr>
              <a:t>PAGO</a:t>
            </a:r>
            <a:endParaRPr lang="en-US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0632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7183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42270" y="1828799"/>
            <a:ext cx="4514850" cy="1352550"/>
          </a:xfrm>
          <a:prstGeom prst="rect">
            <a:avLst/>
          </a:prstGeom>
        </p:spPr>
      </p:pic>
      <p:sp>
        <p:nvSpPr>
          <p:cNvPr id="6" name="Título 1"/>
          <p:cNvSpPr txBox="1">
            <a:spLocks/>
          </p:cNvSpPr>
          <p:nvPr/>
        </p:nvSpPr>
        <p:spPr>
          <a:xfrm>
            <a:off x="4003588" y="1993556"/>
            <a:ext cx="3566985" cy="972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dirty="0" smtClean="0">
                <a:solidFill>
                  <a:schemeClr val="bg1"/>
                </a:solidFill>
                <a:latin typeface="Algerian" panose="04020705040A02060702" pitchFamily="82" charset="0"/>
              </a:rPr>
              <a:t>Asesoría </a:t>
            </a:r>
            <a:endParaRPr lang="en-US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8485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7183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42270" y="1828799"/>
            <a:ext cx="4514850" cy="135255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7183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42269" y="1731588"/>
            <a:ext cx="4839343" cy="1449761"/>
          </a:xfrm>
          <a:prstGeom prst="rect">
            <a:avLst/>
          </a:prstGeom>
        </p:spPr>
      </p:pic>
      <p:sp>
        <p:nvSpPr>
          <p:cNvPr id="6" name="Título 1"/>
          <p:cNvSpPr txBox="1">
            <a:spLocks/>
          </p:cNvSpPr>
          <p:nvPr/>
        </p:nvSpPr>
        <p:spPr>
          <a:xfrm>
            <a:off x="4002658" y="1897811"/>
            <a:ext cx="3536830" cy="10678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dirty="0" smtClean="0">
                <a:solidFill>
                  <a:schemeClr val="bg1"/>
                </a:solidFill>
                <a:latin typeface="Algerian" panose="04020705040A02060702" pitchFamily="82" charset="0"/>
              </a:rPr>
              <a:t>HISTORIA </a:t>
            </a:r>
            <a:endParaRPr lang="en-US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4360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https://static.vecteezy.com/system/resources/thumbnails/010/977/246/small/dark-blue-neon-button-glowing-neon-button-pn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478" y="1864563"/>
            <a:ext cx="5357005" cy="181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ítulo 1"/>
          <p:cNvSpPr txBox="1">
            <a:spLocks/>
          </p:cNvSpPr>
          <p:nvPr/>
        </p:nvSpPr>
        <p:spPr>
          <a:xfrm>
            <a:off x="4718648" y="2279645"/>
            <a:ext cx="3554084" cy="10678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dirty="0" smtClean="0">
                <a:solidFill>
                  <a:schemeClr val="bg1"/>
                </a:solidFill>
                <a:latin typeface="Algerian" panose="04020705040A02060702" pitchFamily="82" charset="0"/>
              </a:rPr>
              <a:t>ACESORIA</a:t>
            </a:r>
            <a:endParaRPr lang="en-US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838200" y="4528868"/>
            <a:ext cx="2922918" cy="1648094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028" name="Picture 4" descr="https://tse3.mm.bing.net/th/id/OIP.12pRm4ZYHdmgfu2iCmXqCQHaH5?pid=Api&amp;h=220&amp;P=0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3743" y="2279645"/>
            <a:ext cx="1962150" cy="2095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3840" y="2970136"/>
            <a:ext cx="1924319" cy="195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171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12990" y="3419069"/>
            <a:ext cx="2061519" cy="1002355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67325" y="2063692"/>
            <a:ext cx="3615656" cy="93117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7183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00364" y="1642320"/>
            <a:ext cx="4514850" cy="135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0014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728</TotalTime>
  <Words>9</Words>
  <Application>Microsoft Office PowerPoint</Application>
  <PresentationFormat>Panorámica</PresentationFormat>
  <Paragraphs>7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Algerian</vt:lpstr>
      <vt:lpstr>Arial</vt:lpstr>
      <vt:lpstr>Calibri</vt:lpstr>
      <vt:lpstr>Calibri Light</vt:lpstr>
      <vt:lpstr>Tema de Office</vt:lpstr>
      <vt:lpstr>Contactos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INICIO</dc:title>
  <dc:creator>rubindiazuasd@gmail.com</dc:creator>
  <cp:lastModifiedBy>rubindiazuasd@gmail.com</cp:lastModifiedBy>
  <cp:revision>8</cp:revision>
  <dcterms:created xsi:type="dcterms:W3CDTF">2026-02-23T02:28:57Z</dcterms:created>
  <dcterms:modified xsi:type="dcterms:W3CDTF">2026-03-02T01:47:33Z</dcterms:modified>
</cp:coreProperties>
</file>